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3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E3C734-5E9A-4D9B-8049-C1DD24D816B8}" type="doc">
      <dgm:prSet loTypeId="urn:microsoft.com/office/officeart/2005/8/layout/matrix1" loCatId="matrix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5D423A0D-70C3-4566-ABA3-65A933BC5556}">
      <dgm:prSet phldrT="[Text]" custT="1"/>
      <dgm:spPr/>
      <dgm:t>
        <a:bodyPr/>
        <a:lstStyle/>
        <a:p>
          <a:r>
            <a:rPr lang="en-US" sz="2400" dirty="0" smtClean="0"/>
            <a:t>Operations </a:t>
          </a:r>
        </a:p>
        <a:p>
          <a:r>
            <a:rPr lang="en-US" sz="2400" dirty="0" smtClean="0"/>
            <a:t>  Added</a:t>
          </a:r>
          <a:endParaRPr lang="en-US" sz="2400" dirty="0"/>
        </a:p>
      </dgm:t>
    </dgm:pt>
    <dgm:pt modelId="{AB06FF6C-BBB7-46B7-996C-188E1522A57B}" type="parTrans" cxnId="{7C6047B7-D893-4FB1-A290-6C90BF8466D2}">
      <dgm:prSet/>
      <dgm:spPr/>
      <dgm:t>
        <a:bodyPr/>
        <a:lstStyle/>
        <a:p>
          <a:endParaRPr lang="en-US"/>
        </a:p>
      </dgm:t>
    </dgm:pt>
    <dgm:pt modelId="{F954CE98-03AA-417D-B148-4F48AEE1DDAF}" type="sibTrans" cxnId="{7C6047B7-D893-4FB1-A290-6C90BF8466D2}">
      <dgm:prSet/>
      <dgm:spPr/>
      <dgm:t>
        <a:bodyPr/>
        <a:lstStyle/>
        <a:p>
          <a:endParaRPr lang="en-US"/>
        </a:p>
      </dgm:t>
    </dgm:pt>
    <dgm:pt modelId="{336C2873-8E7D-4F51-A6D5-8BE73EEC6293}">
      <dgm:prSet phldrT="[Text]" custT="1"/>
      <dgm:spPr/>
      <dgm:t>
        <a:bodyPr/>
        <a:lstStyle/>
        <a:p>
          <a:r>
            <a:rPr lang="en-US" sz="1800" dirty="0" smtClean="0"/>
            <a:t>ADDITION</a:t>
          </a:r>
        </a:p>
        <a:p>
          <a:r>
            <a:rPr lang="en-US" sz="2800" dirty="0" smtClean="0"/>
            <a:t>+</a:t>
          </a:r>
          <a:endParaRPr lang="en-US" sz="2800" dirty="0"/>
        </a:p>
      </dgm:t>
    </dgm:pt>
    <dgm:pt modelId="{2ACC71AB-F1E4-4938-9982-52F0E531C271}" type="parTrans" cxnId="{BEFDD04C-FE28-478D-AEF0-81BE9187BD41}">
      <dgm:prSet/>
      <dgm:spPr/>
      <dgm:t>
        <a:bodyPr/>
        <a:lstStyle/>
        <a:p>
          <a:endParaRPr lang="en-US"/>
        </a:p>
      </dgm:t>
    </dgm:pt>
    <dgm:pt modelId="{C9A432D8-3F70-4113-A5E3-6476ED51A5F0}" type="sibTrans" cxnId="{BEFDD04C-FE28-478D-AEF0-81BE9187BD41}">
      <dgm:prSet/>
      <dgm:spPr/>
      <dgm:t>
        <a:bodyPr/>
        <a:lstStyle/>
        <a:p>
          <a:endParaRPr lang="en-US"/>
        </a:p>
      </dgm:t>
    </dgm:pt>
    <dgm:pt modelId="{CC4E1F16-272A-41DC-88AB-D4440EBDDB04}">
      <dgm:prSet phldrT="[Text]" custT="1"/>
      <dgm:spPr/>
      <dgm:t>
        <a:bodyPr/>
        <a:lstStyle/>
        <a:p>
          <a:r>
            <a:rPr lang="en-US" sz="1800" dirty="0" smtClean="0"/>
            <a:t>SUBSTRACTION</a:t>
          </a:r>
        </a:p>
        <a:p>
          <a:r>
            <a:rPr lang="en-US" sz="2800" dirty="0" smtClean="0"/>
            <a:t>-</a:t>
          </a:r>
          <a:endParaRPr lang="en-US" sz="2800" dirty="0"/>
        </a:p>
      </dgm:t>
    </dgm:pt>
    <dgm:pt modelId="{6F09F107-A3DF-455D-AB22-7A16F078690F}" type="parTrans" cxnId="{68CBE0DB-54FE-483B-AFB8-EE9B7436AB8A}">
      <dgm:prSet/>
      <dgm:spPr/>
      <dgm:t>
        <a:bodyPr/>
        <a:lstStyle/>
        <a:p>
          <a:endParaRPr lang="en-US"/>
        </a:p>
      </dgm:t>
    </dgm:pt>
    <dgm:pt modelId="{7E6B8247-BBB7-464E-A85E-BDF0D36E8623}" type="sibTrans" cxnId="{68CBE0DB-54FE-483B-AFB8-EE9B7436AB8A}">
      <dgm:prSet/>
      <dgm:spPr/>
      <dgm:t>
        <a:bodyPr/>
        <a:lstStyle/>
        <a:p>
          <a:endParaRPr lang="en-US"/>
        </a:p>
      </dgm:t>
    </dgm:pt>
    <dgm:pt modelId="{ACB13363-4443-48D0-AEB0-1E21CFB791CE}">
      <dgm:prSet phldrT="[Text]" custT="1"/>
      <dgm:spPr/>
      <dgm:t>
        <a:bodyPr/>
        <a:lstStyle/>
        <a:p>
          <a:r>
            <a:rPr lang="en-US" sz="1800" dirty="0" smtClean="0"/>
            <a:t>DIVISION</a:t>
          </a:r>
        </a:p>
        <a:p>
          <a:r>
            <a:rPr lang="en-US" sz="2800" dirty="0" smtClean="0"/>
            <a:t>/</a:t>
          </a:r>
          <a:endParaRPr lang="en-US" sz="2800" dirty="0"/>
        </a:p>
      </dgm:t>
    </dgm:pt>
    <dgm:pt modelId="{67076E76-FB08-425D-B3CC-C9E441CED4CD}" type="parTrans" cxnId="{C821E7C1-8315-4141-BEEF-76C7C1B1ECB1}">
      <dgm:prSet/>
      <dgm:spPr/>
      <dgm:t>
        <a:bodyPr/>
        <a:lstStyle/>
        <a:p>
          <a:endParaRPr lang="en-US"/>
        </a:p>
      </dgm:t>
    </dgm:pt>
    <dgm:pt modelId="{AC8C0816-A533-4E74-9CD5-E7FD05DB5DA2}" type="sibTrans" cxnId="{C821E7C1-8315-4141-BEEF-76C7C1B1ECB1}">
      <dgm:prSet/>
      <dgm:spPr/>
      <dgm:t>
        <a:bodyPr/>
        <a:lstStyle/>
        <a:p>
          <a:endParaRPr lang="en-US"/>
        </a:p>
      </dgm:t>
    </dgm:pt>
    <dgm:pt modelId="{B021A20E-4492-415B-94D5-3614776D8229}">
      <dgm:prSet phldrT="[Text]" custT="1"/>
      <dgm:spPr/>
      <dgm:t>
        <a:bodyPr/>
        <a:lstStyle/>
        <a:p>
          <a:r>
            <a:rPr lang="en-US" sz="1800" dirty="0" smtClean="0"/>
            <a:t>MULTIPLICATION</a:t>
          </a:r>
        </a:p>
        <a:p>
          <a:r>
            <a:rPr lang="en-US" sz="2800" dirty="0" smtClean="0"/>
            <a:t>X</a:t>
          </a:r>
          <a:endParaRPr lang="en-US" sz="2800" dirty="0"/>
        </a:p>
      </dgm:t>
    </dgm:pt>
    <dgm:pt modelId="{AC5C4AA1-14D6-421B-A855-0EE7BF53E3A6}" type="parTrans" cxnId="{85F627EB-6A44-4F6B-89AD-7E14E87D0ABB}">
      <dgm:prSet/>
      <dgm:spPr/>
      <dgm:t>
        <a:bodyPr/>
        <a:lstStyle/>
        <a:p>
          <a:endParaRPr lang="en-US"/>
        </a:p>
      </dgm:t>
    </dgm:pt>
    <dgm:pt modelId="{4A6B8C15-5C00-46F6-BCB0-EE7A8A1BBB05}" type="sibTrans" cxnId="{85F627EB-6A44-4F6B-89AD-7E14E87D0ABB}">
      <dgm:prSet/>
      <dgm:spPr/>
      <dgm:t>
        <a:bodyPr/>
        <a:lstStyle/>
        <a:p>
          <a:endParaRPr lang="en-US"/>
        </a:p>
      </dgm:t>
    </dgm:pt>
    <dgm:pt modelId="{91941A37-B326-464B-9963-C7CB3B52868B}" type="pres">
      <dgm:prSet presAssocID="{0CE3C734-5E9A-4D9B-8049-C1DD24D816B8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B234352-DD23-4CAC-8A13-A8F253340D38}" type="pres">
      <dgm:prSet presAssocID="{0CE3C734-5E9A-4D9B-8049-C1DD24D816B8}" presName="matrix" presStyleCnt="0"/>
      <dgm:spPr/>
    </dgm:pt>
    <dgm:pt modelId="{94618FBD-22D7-47C2-AB48-737B1DFC5F1F}" type="pres">
      <dgm:prSet presAssocID="{0CE3C734-5E9A-4D9B-8049-C1DD24D816B8}" presName="tile1" presStyleLbl="node1" presStyleIdx="0" presStyleCnt="4"/>
      <dgm:spPr/>
      <dgm:t>
        <a:bodyPr/>
        <a:lstStyle/>
        <a:p>
          <a:endParaRPr lang="en-US"/>
        </a:p>
      </dgm:t>
    </dgm:pt>
    <dgm:pt modelId="{685CA2E1-228A-47FC-B705-8C1465D707EF}" type="pres">
      <dgm:prSet presAssocID="{0CE3C734-5E9A-4D9B-8049-C1DD24D816B8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5D14D3-C90D-47ED-97F9-01625F8E4CC2}" type="pres">
      <dgm:prSet presAssocID="{0CE3C734-5E9A-4D9B-8049-C1DD24D816B8}" presName="tile2" presStyleLbl="node1" presStyleIdx="1" presStyleCnt="4"/>
      <dgm:spPr/>
      <dgm:t>
        <a:bodyPr/>
        <a:lstStyle/>
        <a:p>
          <a:endParaRPr lang="en-US"/>
        </a:p>
      </dgm:t>
    </dgm:pt>
    <dgm:pt modelId="{7478A6DE-44BC-4221-8EB2-76AF6B3D6C80}" type="pres">
      <dgm:prSet presAssocID="{0CE3C734-5E9A-4D9B-8049-C1DD24D816B8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2A07AA-764F-418A-B79A-011E2DF1CC42}" type="pres">
      <dgm:prSet presAssocID="{0CE3C734-5E9A-4D9B-8049-C1DD24D816B8}" presName="tile3" presStyleLbl="node1" presStyleIdx="2" presStyleCnt="4"/>
      <dgm:spPr/>
      <dgm:t>
        <a:bodyPr/>
        <a:lstStyle/>
        <a:p>
          <a:endParaRPr lang="en-US"/>
        </a:p>
      </dgm:t>
    </dgm:pt>
    <dgm:pt modelId="{D86FDDCF-B462-482C-B67B-24AE9BD3BD5F}" type="pres">
      <dgm:prSet presAssocID="{0CE3C734-5E9A-4D9B-8049-C1DD24D816B8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81FC8B-31E2-4387-BA6F-52C50D69FC00}" type="pres">
      <dgm:prSet presAssocID="{0CE3C734-5E9A-4D9B-8049-C1DD24D816B8}" presName="tile4" presStyleLbl="node1" presStyleIdx="3" presStyleCnt="4"/>
      <dgm:spPr/>
      <dgm:t>
        <a:bodyPr/>
        <a:lstStyle/>
        <a:p>
          <a:endParaRPr lang="en-US"/>
        </a:p>
      </dgm:t>
    </dgm:pt>
    <dgm:pt modelId="{39CCABF5-402A-463C-B267-F1582107AED2}" type="pres">
      <dgm:prSet presAssocID="{0CE3C734-5E9A-4D9B-8049-C1DD24D816B8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A91334-6967-4108-B7D9-50E7918FF802}" type="pres">
      <dgm:prSet presAssocID="{0CE3C734-5E9A-4D9B-8049-C1DD24D816B8}" presName="centerTile" presStyleLbl="fgShp" presStyleIdx="0" presStyleCnt="1" custScaleX="240223" custScaleY="123257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C8694128-04B1-4CAD-AF58-0467D57C6247}" type="presOf" srcId="{B021A20E-4492-415B-94D5-3614776D8229}" destId="{9F81FC8B-31E2-4387-BA6F-52C50D69FC00}" srcOrd="0" destOrd="0" presId="urn:microsoft.com/office/officeart/2005/8/layout/matrix1"/>
    <dgm:cxn modelId="{C821E7C1-8315-4141-BEEF-76C7C1B1ECB1}" srcId="{5D423A0D-70C3-4566-ABA3-65A933BC5556}" destId="{ACB13363-4443-48D0-AEB0-1E21CFB791CE}" srcOrd="2" destOrd="0" parTransId="{67076E76-FB08-425D-B3CC-C9E441CED4CD}" sibTransId="{AC8C0816-A533-4E74-9CD5-E7FD05DB5DA2}"/>
    <dgm:cxn modelId="{68CBE0DB-54FE-483B-AFB8-EE9B7436AB8A}" srcId="{5D423A0D-70C3-4566-ABA3-65A933BC5556}" destId="{CC4E1F16-272A-41DC-88AB-D4440EBDDB04}" srcOrd="1" destOrd="0" parTransId="{6F09F107-A3DF-455D-AB22-7A16F078690F}" sibTransId="{7E6B8247-BBB7-464E-A85E-BDF0D36E8623}"/>
    <dgm:cxn modelId="{7C6047B7-D893-4FB1-A290-6C90BF8466D2}" srcId="{0CE3C734-5E9A-4D9B-8049-C1DD24D816B8}" destId="{5D423A0D-70C3-4566-ABA3-65A933BC5556}" srcOrd="0" destOrd="0" parTransId="{AB06FF6C-BBB7-46B7-996C-188E1522A57B}" sibTransId="{F954CE98-03AA-417D-B148-4F48AEE1DDAF}"/>
    <dgm:cxn modelId="{97AA7381-724C-4AE2-AC67-2BEEDDE9525E}" type="presOf" srcId="{ACB13363-4443-48D0-AEB0-1E21CFB791CE}" destId="{D86FDDCF-B462-482C-B67B-24AE9BD3BD5F}" srcOrd="1" destOrd="0" presId="urn:microsoft.com/office/officeart/2005/8/layout/matrix1"/>
    <dgm:cxn modelId="{C750CE54-D554-4F2C-9E79-60F21BF4C554}" type="presOf" srcId="{ACB13363-4443-48D0-AEB0-1E21CFB791CE}" destId="{F22A07AA-764F-418A-B79A-011E2DF1CC42}" srcOrd="0" destOrd="0" presId="urn:microsoft.com/office/officeart/2005/8/layout/matrix1"/>
    <dgm:cxn modelId="{6EBB64FF-183E-45DA-AF49-19100841224D}" type="presOf" srcId="{CC4E1F16-272A-41DC-88AB-D4440EBDDB04}" destId="{775D14D3-C90D-47ED-97F9-01625F8E4CC2}" srcOrd="0" destOrd="0" presId="urn:microsoft.com/office/officeart/2005/8/layout/matrix1"/>
    <dgm:cxn modelId="{BEFDD04C-FE28-478D-AEF0-81BE9187BD41}" srcId="{5D423A0D-70C3-4566-ABA3-65A933BC5556}" destId="{336C2873-8E7D-4F51-A6D5-8BE73EEC6293}" srcOrd="0" destOrd="0" parTransId="{2ACC71AB-F1E4-4938-9982-52F0E531C271}" sibTransId="{C9A432D8-3F70-4113-A5E3-6476ED51A5F0}"/>
    <dgm:cxn modelId="{1B324D8F-245C-4657-947D-814843FB30E3}" type="presOf" srcId="{CC4E1F16-272A-41DC-88AB-D4440EBDDB04}" destId="{7478A6DE-44BC-4221-8EB2-76AF6B3D6C80}" srcOrd="1" destOrd="0" presId="urn:microsoft.com/office/officeart/2005/8/layout/matrix1"/>
    <dgm:cxn modelId="{85F627EB-6A44-4F6B-89AD-7E14E87D0ABB}" srcId="{5D423A0D-70C3-4566-ABA3-65A933BC5556}" destId="{B021A20E-4492-415B-94D5-3614776D8229}" srcOrd="3" destOrd="0" parTransId="{AC5C4AA1-14D6-421B-A855-0EE7BF53E3A6}" sibTransId="{4A6B8C15-5C00-46F6-BCB0-EE7A8A1BBB05}"/>
    <dgm:cxn modelId="{B4F1C606-0A09-48C5-99A7-14DBB420341A}" type="presOf" srcId="{5D423A0D-70C3-4566-ABA3-65A933BC5556}" destId="{50A91334-6967-4108-B7D9-50E7918FF802}" srcOrd="0" destOrd="0" presId="urn:microsoft.com/office/officeart/2005/8/layout/matrix1"/>
    <dgm:cxn modelId="{C8B79710-7F1D-4AE3-9042-D692E186442A}" type="presOf" srcId="{B021A20E-4492-415B-94D5-3614776D8229}" destId="{39CCABF5-402A-463C-B267-F1582107AED2}" srcOrd="1" destOrd="0" presId="urn:microsoft.com/office/officeart/2005/8/layout/matrix1"/>
    <dgm:cxn modelId="{79699870-7CBE-4C5A-9CBC-658FF33382D2}" type="presOf" srcId="{336C2873-8E7D-4F51-A6D5-8BE73EEC6293}" destId="{94618FBD-22D7-47C2-AB48-737B1DFC5F1F}" srcOrd="0" destOrd="0" presId="urn:microsoft.com/office/officeart/2005/8/layout/matrix1"/>
    <dgm:cxn modelId="{7AABB504-5C31-4235-8FE5-E037B8F46C18}" type="presOf" srcId="{336C2873-8E7D-4F51-A6D5-8BE73EEC6293}" destId="{685CA2E1-228A-47FC-B705-8C1465D707EF}" srcOrd="1" destOrd="0" presId="urn:microsoft.com/office/officeart/2005/8/layout/matrix1"/>
    <dgm:cxn modelId="{0ED89F33-3D12-42E6-A78C-BF0455D6E82F}" type="presOf" srcId="{0CE3C734-5E9A-4D9B-8049-C1DD24D816B8}" destId="{91941A37-B326-464B-9963-C7CB3B52868B}" srcOrd="0" destOrd="0" presId="urn:microsoft.com/office/officeart/2005/8/layout/matrix1"/>
    <dgm:cxn modelId="{5077654D-5C73-4D66-A3E9-A12D19F69F05}" type="presParOf" srcId="{91941A37-B326-464B-9963-C7CB3B52868B}" destId="{0B234352-DD23-4CAC-8A13-A8F253340D38}" srcOrd="0" destOrd="0" presId="urn:microsoft.com/office/officeart/2005/8/layout/matrix1"/>
    <dgm:cxn modelId="{CB472FE3-AF19-41A2-9F53-A5F691E189E4}" type="presParOf" srcId="{0B234352-DD23-4CAC-8A13-A8F253340D38}" destId="{94618FBD-22D7-47C2-AB48-737B1DFC5F1F}" srcOrd="0" destOrd="0" presId="urn:microsoft.com/office/officeart/2005/8/layout/matrix1"/>
    <dgm:cxn modelId="{F82ECFC1-DA35-47AB-9C5C-A7FDDB793F21}" type="presParOf" srcId="{0B234352-DD23-4CAC-8A13-A8F253340D38}" destId="{685CA2E1-228A-47FC-B705-8C1465D707EF}" srcOrd="1" destOrd="0" presId="urn:microsoft.com/office/officeart/2005/8/layout/matrix1"/>
    <dgm:cxn modelId="{28DBFBB3-D0DC-4217-919E-8B476A34187F}" type="presParOf" srcId="{0B234352-DD23-4CAC-8A13-A8F253340D38}" destId="{775D14D3-C90D-47ED-97F9-01625F8E4CC2}" srcOrd="2" destOrd="0" presId="urn:microsoft.com/office/officeart/2005/8/layout/matrix1"/>
    <dgm:cxn modelId="{FCA7FABB-1235-492B-8579-934D5DC0A83E}" type="presParOf" srcId="{0B234352-DD23-4CAC-8A13-A8F253340D38}" destId="{7478A6DE-44BC-4221-8EB2-76AF6B3D6C80}" srcOrd="3" destOrd="0" presId="urn:microsoft.com/office/officeart/2005/8/layout/matrix1"/>
    <dgm:cxn modelId="{AC4BFDDF-1A7F-4D37-827F-E829A6E8E3E3}" type="presParOf" srcId="{0B234352-DD23-4CAC-8A13-A8F253340D38}" destId="{F22A07AA-764F-418A-B79A-011E2DF1CC42}" srcOrd="4" destOrd="0" presId="urn:microsoft.com/office/officeart/2005/8/layout/matrix1"/>
    <dgm:cxn modelId="{855B67D8-159F-4AF4-A040-8C22D025A18A}" type="presParOf" srcId="{0B234352-DD23-4CAC-8A13-A8F253340D38}" destId="{D86FDDCF-B462-482C-B67B-24AE9BD3BD5F}" srcOrd="5" destOrd="0" presId="urn:microsoft.com/office/officeart/2005/8/layout/matrix1"/>
    <dgm:cxn modelId="{86D65336-CA2E-478B-8B71-4B3CB8620AF3}" type="presParOf" srcId="{0B234352-DD23-4CAC-8A13-A8F253340D38}" destId="{9F81FC8B-31E2-4387-BA6F-52C50D69FC00}" srcOrd="6" destOrd="0" presId="urn:microsoft.com/office/officeart/2005/8/layout/matrix1"/>
    <dgm:cxn modelId="{EE264E60-09DF-4D2B-9F83-47B26C99F690}" type="presParOf" srcId="{0B234352-DD23-4CAC-8A13-A8F253340D38}" destId="{39CCABF5-402A-463C-B267-F1582107AED2}" srcOrd="7" destOrd="0" presId="urn:microsoft.com/office/officeart/2005/8/layout/matrix1"/>
    <dgm:cxn modelId="{75B29C4A-7E45-4907-81BF-B2C06BA534C4}" type="presParOf" srcId="{91941A37-B326-464B-9963-C7CB3B52868B}" destId="{50A91334-6967-4108-B7D9-50E7918FF802}" srcOrd="1" destOrd="0" presId="urn:microsoft.com/office/officeart/2005/8/layout/matrix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4DB93D-652E-47A8-A7F6-66B4E9F3AA92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DAA8AD8-836F-473B-8DB5-D8A6F69A364F}">
      <dgm:prSet phldrT="[Text]" custT="1"/>
      <dgm:spPr/>
      <dgm:t>
        <a:bodyPr/>
        <a:lstStyle/>
        <a:p>
          <a:r>
            <a:rPr lang="en-US" sz="2000" dirty="0" err="1" smtClean="0"/>
            <a:t>Refrences</a:t>
          </a:r>
          <a:endParaRPr lang="en-US" sz="2000" dirty="0" smtClean="0"/>
        </a:p>
        <a:p>
          <a:r>
            <a:rPr lang="en-US" sz="2000" dirty="0" smtClean="0"/>
            <a:t>used</a:t>
          </a:r>
          <a:endParaRPr lang="en-US" sz="2000" dirty="0"/>
        </a:p>
      </dgm:t>
    </dgm:pt>
    <dgm:pt modelId="{44C6B2EE-73C8-4A1E-B8B1-B387C871AC25}" type="parTrans" cxnId="{5A6E0A55-1E4B-424D-9C8E-0621F41B41BC}">
      <dgm:prSet/>
      <dgm:spPr/>
      <dgm:t>
        <a:bodyPr/>
        <a:lstStyle/>
        <a:p>
          <a:endParaRPr lang="en-US"/>
        </a:p>
      </dgm:t>
    </dgm:pt>
    <dgm:pt modelId="{AF020025-94C8-424F-A113-E684C8E5F6A9}" type="sibTrans" cxnId="{5A6E0A55-1E4B-424D-9C8E-0621F41B41BC}">
      <dgm:prSet/>
      <dgm:spPr/>
      <dgm:t>
        <a:bodyPr/>
        <a:lstStyle/>
        <a:p>
          <a:endParaRPr lang="en-US"/>
        </a:p>
      </dgm:t>
    </dgm:pt>
    <dgm:pt modelId="{87D73569-2ACF-4710-AF45-3C857C3670CF}">
      <dgm:prSet phldrT="[Text]" custT="1"/>
      <dgm:spPr/>
      <dgm:t>
        <a:bodyPr/>
        <a:lstStyle/>
        <a:p>
          <a:r>
            <a:rPr lang="en-US" sz="1800" dirty="0" err="1" smtClean="0"/>
            <a:t>Geeksforgeeks</a:t>
          </a:r>
          <a:endParaRPr lang="en-US" sz="1800" dirty="0"/>
        </a:p>
      </dgm:t>
    </dgm:pt>
    <dgm:pt modelId="{7ED08DE9-13D6-48E4-9E7F-6EE1A37DA9AB}" type="parTrans" cxnId="{FDF56911-1124-43E1-AD5E-0DC2A7EC2C35}">
      <dgm:prSet/>
      <dgm:spPr/>
      <dgm:t>
        <a:bodyPr/>
        <a:lstStyle/>
        <a:p>
          <a:endParaRPr lang="en-US"/>
        </a:p>
      </dgm:t>
    </dgm:pt>
    <dgm:pt modelId="{90277D3F-A478-42C2-BFF9-28E4E9A7C76F}" type="sibTrans" cxnId="{FDF56911-1124-43E1-AD5E-0DC2A7EC2C35}">
      <dgm:prSet/>
      <dgm:spPr/>
      <dgm:t>
        <a:bodyPr/>
        <a:lstStyle/>
        <a:p>
          <a:endParaRPr lang="en-US"/>
        </a:p>
      </dgm:t>
    </dgm:pt>
    <dgm:pt modelId="{DD53BE5D-B974-4F8A-81B4-ECBA9D9269DD}">
      <dgm:prSet phldrT="[Text]" custT="1"/>
      <dgm:spPr/>
      <dgm:t>
        <a:bodyPr/>
        <a:lstStyle/>
        <a:p>
          <a:r>
            <a:rPr lang="en-US" sz="1800" dirty="0" smtClean="0"/>
            <a:t>W3School</a:t>
          </a:r>
          <a:endParaRPr lang="en-US" sz="1800" dirty="0"/>
        </a:p>
      </dgm:t>
    </dgm:pt>
    <dgm:pt modelId="{5D6FD4EC-23E7-414F-BFF6-8256CEF3AA23}" type="parTrans" cxnId="{185303EB-277A-4382-9AAA-37F6FE9C943B}">
      <dgm:prSet/>
      <dgm:spPr/>
      <dgm:t>
        <a:bodyPr/>
        <a:lstStyle/>
        <a:p>
          <a:endParaRPr lang="en-US"/>
        </a:p>
      </dgm:t>
    </dgm:pt>
    <dgm:pt modelId="{02F8092A-2E55-481F-AE84-7E0B36F6968C}" type="sibTrans" cxnId="{185303EB-277A-4382-9AAA-37F6FE9C943B}">
      <dgm:prSet/>
      <dgm:spPr/>
      <dgm:t>
        <a:bodyPr/>
        <a:lstStyle/>
        <a:p>
          <a:endParaRPr lang="en-US"/>
        </a:p>
      </dgm:t>
    </dgm:pt>
    <dgm:pt modelId="{43190621-7933-46A5-B2F2-A812FAC34DA4}">
      <dgm:prSet phldrT="[Text]" custT="1"/>
      <dgm:spPr/>
      <dgm:t>
        <a:bodyPr/>
        <a:lstStyle/>
        <a:p>
          <a:r>
            <a:rPr lang="en-US" sz="2000" dirty="0" smtClean="0"/>
            <a:t>Additional </a:t>
          </a:r>
        </a:p>
        <a:p>
          <a:r>
            <a:rPr lang="en-US" sz="2000" dirty="0" smtClean="0"/>
            <a:t>Functions used</a:t>
          </a:r>
          <a:endParaRPr lang="en-US" sz="2000" dirty="0"/>
        </a:p>
      </dgm:t>
    </dgm:pt>
    <dgm:pt modelId="{FB62088F-DE7D-4F71-A24C-829129BE0DCA}" type="parTrans" cxnId="{C739AB45-29B2-4777-A7D6-59D354960714}">
      <dgm:prSet/>
      <dgm:spPr/>
      <dgm:t>
        <a:bodyPr/>
        <a:lstStyle/>
        <a:p>
          <a:endParaRPr lang="en-US"/>
        </a:p>
      </dgm:t>
    </dgm:pt>
    <dgm:pt modelId="{4DB7BA71-0334-4B4F-B59E-0C7476DF27E2}" type="sibTrans" cxnId="{C739AB45-29B2-4777-A7D6-59D354960714}">
      <dgm:prSet/>
      <dgm:spPr/>
      <dgm:t>
        <a:bodyPr/>
        <a:lstStyle/>
        <a:p>
          <a:endParaRPr lang="en-US"/>
        </a:p>
      </dgm:t>
    </dgm:pt>
    <dgm:pt modelId="{F89B071D-342D-44C2-BDB6-929A68A98C54}">
      <dgm:prSet phldrT="[Text]" custT="1"/>
      <dgm:spPr/>
      <dgm:t>
        <a:bodyPr/>
        <a:lstStyle/>
        <a:p>
          <a:r>
            <a:rPr lang="en-US" sz="1800" dirty="0" smtClean="0"/>
            <a:t>Creating function using def</a:t>
          </a:r>
          <a:endParaRPr lang="en-US" sz="1800" dirty="0"/>
        </a:p>
      </dgm:t>
    </dgm:pt>
    <dgm:pt modelId="{315714EC-7B58-45A6-9FF2-C1960074A051}" type="parTrans" cxnId="{0C053748-83B9-48F4-996D-B7DC0E9532C3}">
      <dgm:prSet/>
      <dgm:spPr/>
      <dgm:t>
        <a:bodyPr/>
        <a:lstStyle/>
        <a:p>
          <a:endParaRPr lang="en-US"/>
        </a:p>
      </dgm:t>
    </dgm:pt>
    <dgm:pt modelId="{9D455D98-0FA4-4579-9481-E86DF7E747ED}" type="sibTrans" cxnId="{0C053748-83B9-48F4-996D-B7DC0E9532C3}">
      <dgm:prSet/>
      <dgm:spPr/>
      <dgm:t>
        <a:bodyPr/>
        <a:lstStyle/>
        <a:p>
          <a:endParaRPr lang="en-US"/>
        </a:p>
      </dgm:t>
    </dgm:pt>
    <dgm:pt modelId="{662E9D9F-E17A-4C3D-9148-815E4FDE8E33}">
      <dgm:prSet phldrT="[Text]" custT="1"/>
      <dgm:spPr/>
      <dgm:t>
        <a:bodyPr/>
        <a:lstStyle/>
        <a:p>
          <a:r>
            <a:rPr lang="en-US" sz="2000" b="1" dirty="0" smtClean="0"/>
            <a:t>Best part of the project </a:t>
          </a:r>
          <a:endParaRPr lang="en-US" sz="2000" b="1" dirty="0"/>
        </a:p>
      </dgm:t>
    </dgm:pt>
    <dgm:pt modelId="{A7DBFC71-1314-482E-85E5-78055B0C089F}" type="parTrans" cxnId="{5BD552D4-52F0-4E5F-B42E-E17349418396}">
      <dgm:prSet/>
      <dgm:spPr/>
      <dgm:t>
        <a:bodyPr/>
        <a:lstStyle/>
        <a:p>
          <a:endParaRPr lang="en-US"/>
        </a:p>
      </dgm:t>
    </dgm:pt>
    <dgm:pt modelId="{C4B6A0F0-5576-446A-BB50-24940E418AAD}" type="sibTrans" cxnId="{5BD552D4-52F0-4E5F-B42E-E17349418396}">
      <dgm:prSet/>
      <dgm:spPr/>
      <dgm:t>
        <a:bodyPr/>
        <a:lstStyle/>
        <a:p>
          <a:endParaRPr lang="en-US"/>
        </a:p>
      </dgm:t>
    </dgm:pt>
    <dgm:pt modelId="{BEB90DCC-7B82-4413-846E-F3C133E59918}">
      <dgm:prSet phldrT="[Text]" custT="1"/>
      <dgm:spPr/>
      <dgm:t>
        <a:bodyPr/>
        <a:lstStyle/>
        <a:p>
          <a:r>
            <a:rPr lang="en-US" sz="1800" dirty="0" smtClean="0"/>
            <a:t>Pooping of the calculator.</a:t>
          </a:r>
          <a:endParaRPr lang="en-US" sz="1800" dirty="0"/>
        </a:p>
      </dgm:t>
    </dgm:pt>
    <dgm:pt modelId="{A8058A73-807D-479C-BAF7-E95F10AEACE9}" type="parTrans" cxnId="{EB3E5218-3DB3-4C2F-9F79-D4D7FFFE987A}">
      <dgm:prSet/>
      <dgm:spPr/>
      <dgm:t>
        <a:bodyPr/>
        <a:lstStyle/>
        <a:p>
          <a:endParaRPr lang="en-US"/>
        </a:p>
      </dgm:t>
    </dgm:pt>
    <dgm:pt modelId="{F1F0B1B7-2178-42CA-BEC1-560BE0E15C2E}" type="sibTrans" cxnId="{EB3E5218-3DB3-4C2F-9F79-D4D7FFFE987A}">
      <dgm:prSet/>
      <dgm:spPr/>
      <dgm:t>
        <a:bodyPr/>
        <a:lstStyle/>
        <a:p>
          <a:endParaRPr lang="en-US"/>
        </a:p>
      </dgm:t>
    </dgm:pt>
    <dgm:pt modelId="{E088E02B-987F-498F-BC4A-4B1F22DFE744}">
      <dgm:prSet phldrT="[Text]" custT="1"/>
      <dgm:spPr/>
      <dgm:t>
        <a:bodyPr/>
        <a:lstStyle/>
        <a:p>
          <a:r>
            <a:rPr lang="en-US" sz="1800" dirty="0" smtClean="0"/>
            <a:t>Whole learning process.</a:t>
          </a:r>
          <a:endParaRPr lang="en-US" sz="1800" dirty="0"/>
        </a:p>
      </dgm:t>
    </dgm:pt>
    <dgm:pt modelId="{066F6E8F-59B9-424D-90C9-FE4507C56998}" type="parTrans" cxnId="{30BA1495-C4EA-4023-ABC1-7E2B6E8B43C1}">
      <dgm:prSet/>
      <dgm:spPr/>
      <dgm:t>
        <a:bodyPr/>
        <a:lstStyle/>
        <a:p>
          <a:endParaRPr lang="en-US"/>
        </a:p>
      </dgm:t>
    </dgm:pt>
    <dgm:pt modelId="{6A50C126-6746-41E2-AF40-0E3AEAD7C30E}" type="sibTrans" cxnId="{30BA1495-C4EA-4023-ABC1-7E2B6E8B43C1}">
      <dgm:prSet/>
      <dgm:spPr/>
      <dgm:t>
        <a:bodyPr/>
        <a:lstStyle/>
        <a:p>
          <a:endParaRPr lang="en-US"/>
        </a:p>
      </dgm:t>
    </dgm:pt>
    <dgm:pt modelId="{7CFF4417-BDA2-4FF1-BA07-0929AE94A48E}">
      <dgm:prSet phldrT="[Text]" custT="1"/>
      <dgm:spPr/>
      <dgm:t>
        <a:bodyPr/>
        <a:lstStyle/>
        <a:p>
          <a:endParaRPr lang="en-US" sz="2000" dirty="0"/>
        </a:p>
      </dgm:t>
    </dgm:pt>
    <dgm:pt modelId="{9250C6EB-314B-40ED-9D2B-35EADF35C6C8}" type="parTrans" cxnId="{01ACF3A6-BCAB-46DC-9EBC-22DCF3997CCC}">
      <dgm:prSet/>
      <dgm:spPr/>
    </dgm:pt>
    <dgm:pt modelId="{60CB3D5B-0DB4-4067-B7E0-36FD7B1D906F}" type="sibTrans" cxnId="{01ACF3A6-BCAB-46DC-9EBC-22DCF3997CCC}">
      <dgm:prSet/>
      <dgm:spPr/>
    </dgm:pt>
    <dgm:pt modelId="{E34C3EC5-E707-43DF-9F4A-53B5564FF5A8}">
      <dgm:prSet phldrT="[Text]" custT="1"/>
      <dgm:spPr/>
      <dgm:t>
        <a:bodyPr/>
        <a:lstStyle/>
        <a:p>
          <a:r>
            <a:rPr lang="en-US" sz="1800" dirty="0" err="1" smtClean="0"/>
            <a:t>WsCube</a:t>
          </a:r>
          <a:r>
            <a:rPr lang="en-US" sz="1800" dirty="0" smtClean="0"/>
            <a:t> Tech (</a:t>
          </a:r>
          <a:r>
            <a:rPr lang="en-US" sz="1800" dirty="0" err="1" smtClean="0"/>
            <a:t>youtube</a:t>
          </a:r>
          <a:r>
            <a:rPr lang="en-US" sz="1800" dirty="0" smtClean="0"/>
            <a:t> channel)</a:t>
          </a:r>
          <a:endParaRPr lang="en-US" sz="1800" dirty="0"/>
        </a:p>
      </dgm:t>
    </dgm:pt>
    <dgm:pt modelId="{99707E73-E6B0-406C-878B-EE25DE525ED2}" type="parTrans" cxnId="{B04ABFC2-8A4F-41E3-95DD-0420847A374F}">
      <dgm:prSet/>
      <dgm:spPr/>
    </dgm:pt>
    <dgm:pt modelId="{BAA968F0-6B74-4A7A-8075-6B5968FF736C}" type="sibTrans" cxnId="{B04ABFC2-8A4F-41E3-95DD-0420847A374F}">
      <dgm:prSet/>
      <dgm:spPr/>
    </dgm:pt>
    <dgm:pt modelId="{1A2CF33E-E949-46CB-AADD-E8B0C1C9170B}">
      <dgm:prSet phldrT="[Text]" custT="1"/>
      <dgm:spPr/>
      <dgm:t>
        <a:bodyPr/>
        <a:lstStyle/>
        <a:p>
          <a:r>
            <a:rPr lang="en-US" sz="1800" dirty="0" smtClean="0"/>
            <a:t>Aligning centre using </a:t>
          </a:r>
          <a:r>
            <a:rPr lang="en-US" sz="1800" dirty="0" err="1" smtClean="0"/>
            <a:t>sys_width,sys_height</a:t>
          </a:r>
          <a:endParaRPr lang="en-US" sz="1800" dirty="0"/>
        </a:p>
      </dgm:t>
    </dgm:pt>
    <dgm:pt modelId="{59F9C9FC-9FA3-4DB1-A4ED-447E6478CB76}" type="parTrans" cxnId="{C5BF8CBB-96A6-4022-9399-5AD2B28846A3}">
      <dgm:prSet/>
      <dgm:spPr/>
    </dgm:pt>
    <dgm:pt modelId="{D5507975-CAD4-47CA-B514-ED3B6929D12B}" type="sibTrans" cxnId="{C5BF8CBB-96A6-4022-9399-5AD2B28846A3}">
      <dgm:prSet/>
      <dgm:spPr/>
    </dgm:pt>
    <dgm:pt modelId="{B9077132-3F9F-4285-A3D7-FCFE33DEDB46}">
      <dgm:prSet phldrT="[Text]" custT="1"/>
      <dgm:spPr/>
      <dgm:t>
        <a:bodyPr/>
        <a:lstStyle/>
        <a:p>
          <a:endParaRPr lang="en-US" sz="1800" dirty="0"/>
        </a:p>
      </dgm:t>
    </dgm:pt>
    <dgm:pt modelId="{F0358B8C-B974-4808-8969-9B9B46D247C2}" type="parTrans" cxnId="{4E9EC3A7-230C-49BB-9F85-D83B3D3EB942}">
      <dgm:prSet/>
      <dgm:spPr/>
    </dgm:pt>
    <dgm:pt modelId="{D523548B-0BE7-4EA8-B82C-BA1AA66F0AD1}" type="sibTrans" cxnId="{4E9EC3A7-230C-49BB-9F85-D83B3D3EB942}">
      <dgm:prSet/>
      <dgm:spPr/>
    </dgm:pt>
    <dgm:pt modelId="{396341B4-331E-4830-9913-B7919C225A87}" type="pres">
      <dgm:prSet presAssocID="{294DB93D-652E-47A8-A7F6-66B4E9F3AA9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5F31955-8726-46CF-89A3-1D1E63E267BB}" type="pres">
      <dgm:prSet presAssocID="{6DAA8AD8-836F-473B-8DB5-D8A6F69A364F}" presName="linNode" presStyleCnt="0"/>
      <dgm:spPr/>
    </dgm:pt>
    <dgm:pt modelId="{563DD73F-6E0A-4840-99BF-FEBC773F9E9A}" type="pres">
      <dgm:prSet presAssocID="{6DAA8AD8-836F-473B-8DB5-D8A6F69A364F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92B8F9-3464-43FD-BAE1-6887FAC3CACA}" type="pres">
      <dgm:prSet presAssocID="{6DAA8AD8-836F-473B-8DB5-D8A6F69A364F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AB1CB5-70DA-4BD8-9CB3-EDB51F97887B}" type="pres">
      <dgm:prSet presAssocID="{AF020025-94C8-424F-A113-E684C8E5F6A9}" presName="sp" presStyleCnt="0"/>
      <dgm:spPr/>
    </dgm:pt>
    <dgm:pt modelId="{F623AD46-2F25-462D-AFCA-50E21A832736}" type="pres">
      <dgm:prSet presAssocID="{43190621-7933-46A5-B2F2-A812FAC34DA4}" presName="linNode" presStyleCnt="0"/>
      <dgm:spPr/>
    </dgm:pt>
    <dgm:pt modelId="{2E459CAF-32A7-482A-84C1-8E29C8450439}" type="pres">
      <dgm:prSet presAssocID="{43190621-7933-46A5-B2F2-A812FAC34DA4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70C4CD-CE6F-4FD2-843D-1CF7A0A0BEE1}" type="pres">
      <dgm:prSet presAssocID="{43190621-7933-46A5-B2F2-A812FAC34DA4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843CA2-ACB4-402A-9524-A544F8051AA7}" type="pres">
      <dgm:prSet presAssocID="{4DB7BA71-0334-4B4F-B59E-0C7476DF27E2}" presName="sp" presStyleCnt="0"/>
      <dgm:spPr/>
    </dgm:pt>
    <dgm:pt modelId="{4A29FA5A-8C0C-4BD1-A351-D7FCBB8CF778}" type="pres">
      <dgm:prSet presAssocID="{662E9D9F-E17A-4C3D-9148-815E4FDE8E33}" presName="linNode" presStyleCnt="0"/>
      <dgm:spPr/>
    </dgm:pt>
    <dgm:pt modelId="{B82B10C8-96F1-4AFC-B0BF-9AE4F9E2AF79}" type="pres">
      <dgm:prSet presAssocID="{662E9D9F-E17A-4C3D-9148-815E4FDE8E33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F72941-2776-4F3F-BBF5-24585A47B262}" type="pres">
      <dgm:prSet presAssocID="{662E9D9F-E17A-4C3D-9148-815E4FDE8E33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053748-83B9-48F4-996D-B7DC0E9532C3}" srcId="{43190621-7933-46A5-B2F2-A812FAC34DA4}" destId="{F89B071D-342D-44C2-BDB6-929A68A98C54}" srcOrd="2" destOrd="0" parTransId="{315714EC-7B58-45A6-9FF2-C1960074A051}" sibTransId="{9D455D98-0FA4-4579-9481-E86DF7E747ED}"/>
    <dgm:cxn modelId="{C739AB45-29B2-4777-A7D6-59D354960714}" srcId="{294DB93D-652E-47A8-A7F6-66B4E9F3AA92}" destId="{43190621-7933-46A5-B2F2-A812FAC34DA4}" srcOrd="1" destOrd="0" parTransId="{FB62088F-DE7D-4F71-A24C-829129BE0DCA}" sibTransId="{4DB7BA71-0334-4B4F-B59E-0C7476DF27E2}"/>
    <dgm:cxn modelId="{1C41B700-EF8D-4AC3-B526-124A6CA2FC93}" type="presOf" srcId="{E088E02B-987F-498F-BC4A-4B1F22DFE744}" destId="{38F72941-2776-4F3F-BBF5-24585A47B262}" srcOrd="0" destOrd="1" presId="urn:microsoft.com/office/officeart/2005/8/layout/vList5"/>
    <dgm:cxn modelId="{5BD552D4-52F0-4E5F-B42E-E17349418396}" srcId="{294DB93D-652E-47A8-A7F6-66B4E9F3AA92}" destId="{662E9D9F-E17A-4C3D-9148-815E4FDE8E33}" srcOrd="2" destOrd="0" parTransId="{A7DBFC71-1314-482E-85E5-78055B0C089F}" sibTransId="{C4B6A0F0-5576-446A-BB50-24940E418AAD}"/>
    <dgm:cxn modelId="{01ACF3A6-BCAB-46DC-9EBC-22DCF3997CCC}" srcId="{6DAA8AD8-836F-473B-8DB5-D8A6F69A364F}" destId="{7CFF4417-BDA2-4FF1-BA07-0929AE94A48E}" srcOrd="3" destOrd="0" parTransId="{9250C6EB-314B-40ED-9D2B-35EADF35C6C8}" sibTransId="{60CB3D5B-0DB4-4067-B7E0-36FD7B1D906F}"/>
    <dgm:cxn modelId="{185303EB-277A-4382-9AAA-37F6FE9C943B}" srcId="{6DAA8AD8-836F-473B-8DB5-D8A6F69A364F}" destId="{DD53BE5D-B974-4F8A-81B4-ECBA9D9269DD}" srcOrd="2" destOrd="0" parTransId="{5D6FD4EC-23E7-414F-BFF6-8256CEF3AA23}" sibTransId="{02F8092A-2E55-481F-AE84-7E0B36F6968C}"/>
    <dgm:cxn modelId="{40FB8262-F53B-4295-8917-F26D1BE33BCD}" type="presOf" srcId="{662E9D9F-E17A-4C3D-9148-815E4FDE8E33}" destId="{B82B10C8-96F1-4AFC-B0BF-9AE4F9E2AF79}" srcOrd="0" destOrd="0" presId="urn:microsoft.com/office/officeart/2005/8/layout/vList5"/>
    <dgm:cxn modelId="{FDF56911-1124-43E1-AD5E-0DC2A7EC2C35}" srcId="{6DAA8AD8-836F-473B-8DB5-D8A6F69A364F}" destId="{87D73569-2ACF-4710-AF45-3C857C3670CF}" srcOrd="0" destOrd="0" parTransId="{7ED08DE9-13D6-48E4-9E7F-6EE1A37DA9AB}" sibTransId="{90277D3F-A478-42C2-BFF9-28E4E9A7C76F}"/>
    <dgm:cxn modelId="{9C2A9BD7-9A95-445F-8241-07784E4049B9}" type="presOf" srcId="{6DAA8AD8-836F-473B-8DB5-D8A6F69A364F}" destId="{563DD73F-6E0A-4840-99BF-FEBC773F9E9A}" srcOrd="0" destOrd="0" presId="urn:microsoft.com/office/officeart/2005/8/layout/vList5"/>
    <dgm:cxn modelId="{7C9DA924-6E40-406E-9229-9EE431437E38}" type="presOf" srcId="{E34C3EC5-E707-43DF-9F4A-53B5564FF5A8}" destId="{7692B8F9-3464-43FD-BAE1-6887FAC3CACA}" srcOrd="0" destOrd="1" presId="urn:microsoft.com/office/officeart/2005/8/layout/vList5"/>
    <dgm:cxn modelId="{4E9EC3A7-230C-49BB-9F85-D83B3D3EB942}" srcId="{43190621-7933-46A5-B2F2-A812FAC34DA4}" destId="{B9077132-3F9F-4285-A3D7-FCFE33DEDB46}" srcOrd="1" destOrd="0" parTransId="{F0358B8C-B974-4808-8969-9B9B46D247C2}" sibTransId="{D523548B-0BE7-4EA8-B82C-BA1AA66F0AD1}"/>
    <dgm:cxn modelId="{C5BF8CBB-96A6-4022-9399-5AD2B28846A3}" srcId="{43190621-7933-46A5-B2F2-A812FAC34DA4}" destId="{1A2CF33E-E949-46CB-AADD-E8B0C1C9170B}" srcOrd="0" destOrd="0" parTransId="{59F9C9FC-9FA3-4DB1-A4ED-447E6478CB76}" sibTransId="{D5507975-CAD4-47CA-B514-ED3B6929D12B}"/>
    <dgm:cxn modelId="{B04ABFC2-8A4F-41E3-95DD-0420847A374F}" srcId="{6DAA8AD8-836F-473B-8DB5-D8A6F69A364F}" destId="{E34C3EC5-E707-43DF-9F4A-53B5564FF5A8}" srcOrd="1" destOrd="0" parTransId="{99707E73-E6B0-406C-878B-EE25DE525ED2}" sibTransId="{BAA968F0-6B74-4A7A-8075-6B5968FF736C}"/>
    <dgm:cxn modelId="{EB3E5218-3DB3-4C2F-9F79-D4D7FFFE987A}" srcId="{662E9D9F-E17A-4C3D-9148-815E4FDE8E33}" destId="{BEB90DCC-7B82-4413-846E-F3C133E59918}" srcOrd="0" destOrd="0" parTransId="{A8058A73-807D-479C-BAF7-E95F10AEACE9}" sibTransId="{F1F0B1B7-2178-42CA-BEC1-560BE0E15C2E}"/>
    <dgm:cxn modelId="{6F6406F0-B16E-415C-8EB1-61B2521ECA47}" type="presOf" srcId="{DD53BE5D-B974-4F8A-81B4-ECBA9D9269DD}" destId="{7692B8F9-3464-43FD-BAE1-6887FAC3CACA}" srcOrd="0" destOrd="2" presId="urn:microsoft.com/office/officeart/2005/8/layout/vList5"/>
    <dgm:cxn modelId="{75DDE6EF-2DB0-49B4-8A8A-2021393F1DEC}" type="presOf" srcId="{43190621-7933-46A5-B2F2-A812FAC34DA4}" destId="{2E459CAF-32A7-482A-84C1-8E29C8450439}" srcOrd="0" destOrd="0" presId="urn:microsoft.com/office/officeart/2005/8/layout/vList5"/>
    <dgm:cxn modelId="{22877D1C-0178-4B61-A7B3-B74FF557DD7A}" type="presOf" srcId="{F89B071D-342D-44C2-BDB6-929A68A98C54}" destId="{FD70C4CD-CE6F-4FD2-843D-1CF7A0A0BEE1}" srcOrd="0" destOrd="2" presId="urn:microsoft.com/office/officeart/2005/8/layout/vList5"/>
    <dgm:cxn modelId="{9F7BB049-C4C0-4816-8A62-A332E20CD13F}" type="presOf" srcId="{BEB90DCC-7B82-4413-846E-F3C133E59918}" destId="{38F72941-2776-4F3F-BBF5-24585A47B262}" srcOrd="0" destOrd="0" presId="urn:microsoft.com/office/officeart/2005/8/layout/vList5"/>
    <dgm:cxn modelId="{D513A224-C554-4A04-9E14-B81FE15E9A2B}" type="presOf" srcId="{B9077132-3F9F-4285-A3D7-FCFE33DEDB46}" destId="{FD70C4CD-CE6F-4FD2-843D-1CF7A0A0BEE1}" srcOrd="0" destOrd="1" presId="urn:microsoft.com/office/officeart/2005/8/layout/vList5"/>
    <dgm:cxn modelId="{2E1FC347-DA79-426A-A3FF-40E51A35C2B1}" type="presOf" srcId="{294DB93D-652E-47A8-A7F6-66B4E9F3AA92}" destId="{396341B4-331E-4830-9913-B7919C225A87}" srcOrd="0" destOrd="0" presId="urn:microsoft.com/office/officeart/2005/8/layout/vList5"/>
    <dgm:cxn modelId="{D6B65971-E2B0-4D0B-B541-B04164EC10C8}" type="presOf" srcId="{87D73569-2ACF-4710-AF45-3C857C3670CF}" destId="{7692B8F9-3464-43FD-BAE1-6887FAC3CACA}" srcOrd="0" destOrd="0" presId="urn:microsoft.com/office/officeart/2005/8/layout/vList5"/>
    <dgm:cxn modelId="{30BA1495-C4EA-4023-ABC1-7E2B6E8B43C1}" srcId="{662E9D9F-E17A-4C3D-9148-815E4FDE8E33}" destId="{E088E02B-987F-498F-BC4A-4B1F22DFE744}" srcOrd="1" destOrd="0" parTransId="{066F6E8F-59B9-424D-90C9-FE4507C56998}" sibTransId="{6A50C126-6746-41E2-AF40-0E3AEAD7C30E}"/>
    <dgm:cxn modelId="{5A6E0A55-1E4B-424D-9C8E-0621F41B41BC}" srcId="{294DB93D-652E-47A8-A7F6-66B4E9F3AA92}" destId="{6DAA8AD8-836F-473B-8DB5-D8A6F69A364F}" srcOrd="0" destOrd="0" parTransId="{44C6B2EE-73C8-4A1E-B8B1-B387C871AC25}" sibTransId="{AF020025-94C8-424F-A113-E684C8E5F6A9}"/>
    <dgm:cxn modelId="{5C87A048-83F1-4CD1-8AFF-C316F88D765A}" type="presOf" srcId="{1A2CF33E-E949-46CB-AADD-E8B0C1C9170B}" destId="{FD70C4CD-CE6F-4FD2-843D-1CF7A0A0BEE1}" srcOrd="0" destOrd="0" presId="urn:microsoft.com/office/officeart/2005/8/layout/vList5"/>
    <dgm:cxn modelId="{5D3A6AB3-1167-40BF-86BF-D468504866DD}" type="presOf" srcId="{7CFF4417-BDA2-4FF1-BA07-0929AE94A48E}" destId="{7692B8F9-3464-43FD-BAE1-6887FAC3CACA}" srcOrd="0" destOrd="3" presId="urn:microsoft.com/office/officeart/2005/8/layout/vList5"/>
    <dgm:cxn modelId="{CB0F8A3C-DD22-419A-8C00-0B64EE505FE1}" type="presParOf" srcId="{396341B4-331E-4830-9913-B7919C225A87}" destId="{D5F31955-8726-46CF-89A3-1D1E63E267BB}" srcOrd="0" destOrd="0" presId="urn:microsoft.com/office/officeart/2005/8/layout/vList5"/>
    <dgm:cxn modelId="{9F1DDB3E-DF91-42CE-8664-FBCC2D819864}" type="presParOf" srcId="{D5F31955-8726-46CF-89A3-1D1E63E267BB}" destId="{563DD73F-6E0A-4840-99BF-FEBC773F9E9A}" srcOrd="0" destOrd="0" presId="urn:microsoft.com/office/officeart/2005/8/layout/vList5"/>
    <dgm:cxn modelId="{E69FF688-63B6-43C0-8919-D5234DA2ACBE}" type="presParOf" srcId="{D5F31955-8726-46CF-89A3-1D1E63E267BB}" destId="{7692B8F9-3464-43FD-BAE1-6887FAC3CACA}" srcOrd="1" destOrd="0" presId="urn:microsoft.com/office/officeart/2005/8/layout/vList5"/>
    <dgm:cxn modelId="{B6CE2D20-C5A3-425E-8F96-196E53B22915}" type="presParOf" srcId="{396341B4-331E-4830-9913-B7919C225A87}" destId="{B8AB1CB5-70DA-4BD8-9CB3-EDB51F97887B}" srcOrd="1" destOrd="0" presId="urn:microsoft.com/office/officeart/2005/8/layout/vList5"/>
    <dgm:cxn modelId="{47885834-04F9-468F-837C-F7986170FA6D}" type="presParOf" srcId="{396341B4-331E-4830-9913-B7919C225A87}" destId="{F623AD46-2F25-462D-AFCA-50E21A832736}" srcOrd="2" destOrd="0" presId="urn:microsoft.com/office/officeart/2005/8/layout/vList5"/>
    <dgm:cxn modelId="{F4908FB1-3D6F-4F74-9259-7284668D787C}" type="presParOf" srcId="{F623AD46-2F25-462D-AFCA-50E21A832736}" destId="{2E459CAF-32A7-482A-84C1-8E29C8450439}" srcOrd="0" destOrd="0" presId="urn:microsoft.com/office/officeart/2005/8/layout/vList5"/>
    <dgm:cxn modelId="{15B4769E-221C-460D-9699-2949373FC88B}" type="presParOf" srcId="{F623AD46-2F25-462D-AFCA-50E21A832736}" destId="{FD70C4CD-CE6F-4FD2-843D-1CF7A0A0BEE1}" srcOrd="1" destOrd="0" presId="urn:microsoft.com/office/officeart/2005/8/layout/vList5"/>
    <dgm:cxn modelId="{C2A8A0D0-BEBD-4808-8D04-DF65409916C9}" type="presParOf" srcId="{396341B4-331E-4830-9913-B7919C225A87}" destId="{3A843CA2-ACB4-402A-9524-A544F8051AA7}" srcOrd="3" destOrd="0" presId="urn:microsoft.com/office/officeart/2005/8/layout/vList5"/>
    <dgm:cxn modelId="{904D93F9-6226-4E84-8B99-F10ECD935475}" type="presParOf" srcId="{396341B4-331E-4830-9913-B7919C225A87}" destId="{4A29FA5A-8C0C-4BD1-A351-D7FCBB8CF778}" srcOrd="4" destOrd="0" presId="urn:microsoft.com/office/officeart/2005/8/layout/vList5"/>
    <dgm:cxn modelId="{45B9DF9D-B586-4DCA-885F-6200EB201236}" type="presParOf" srcId="{4A29FA5A-8C0C-4BD1-A351-D7FCBB8CF778}" destId="{B82B10C8-96F1-4AFC-B0BF-9AE4F9E2AF79}" srcOrd="0" destOrd="0" presId="urn:microsoft.com/office/officeart/2005/8/layout/vList5"/>
    <dgm:cxn modelId="{A20329A4-BC9C-4DB0-A6EA-884180900680}" type="presParOf" srcId="{4A29FA5A-8C0C-4BD1-A351-D7FCBB8CF778}" destId="{38F72941-2776-4F3F-BBF5-24585A47B262}" srcOrd="1" destOrd="0" presId="urn:microsoft.com/office/officeart/2005/8/layout/vList5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6F9B8CD-342D-4579-98EC-A8FD6B7370E1}" type="datetimeFigureOut">
              <a:rPr lang="en-US" smtClean="0"/>
              <a:pPr/>
              <a:t>2/12/2025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2/12/2025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6F9B8CD-342D-4579-98EC-A8FD6B7370E1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2/12/2025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2/12/2025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2/12/2025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2/12/2025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1670" y="1000108"/>
            <a:ext cx="6172200" cy="1285884"/>
          </a:xfrm>
        </p:spPr>
        <p:txBody>
          <a:bodyPr>
            <a:noAutofit/>
          </a:bodyPr>
          <a:lstStyle/>
          <a:p>
            <a:r>
              <a:rPr lang="en-US" sz="4000" dirty="0" smtClean="0"/>
              <a:t>Python  based </a:t>
            </a:r>
            <a:br>
              <a:rPr lang="en-US" sz="4000" dirty="0" smtClean="0"/>
            </a:br>
            <a:r>
              <a:rPr lang="en-US" sz="4000" dirty="0" smtClean="0"/>
              <a:t>calculator </a:t>
            </a:r>
            <a:br>
              <a:rPr lang="en-US" sz="4000" dirty="0" smtClean="0"/>
            </a:br>
            <a:r>
              <a:rPr lang="en-US" sz="4000" dirty="0" smtClean="0"/>
              <a:t>using  </a:t>
            </a:r>
            <a:r>
              <a:rPr lang="en-US" sz="4000" dirty="0" err="1" smtClean="0"/>
              <a:t>tkinter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 descr="calculator-5149748_128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16" y="571480"/>
            <a:ext cx="1183287" cy="16571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57620" y="3571876"/>
            <a:ext cx="52863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err="1" smtClean="0"/>
              <a:t>Sanskriti</a:t>
            </a:r>
            <a:r>
              <a:rPr lang="en-US" sz="3200" dirty="0" smtClean="0"/>
              <a:t> </a:t>
            </a:r>
            <a:r>
              <a:rPr lang="en-US" sz="3200" dirty="0" err="1" smtClean="0"/>
              <a:t>sharma</a:t>
            </a:r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5214950"/>
            <a:ext cx="221932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457200" y="1600200"/>
          <a:ext cx="74676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43504" y="500042"/>
            <a:ext cx="2786082" cy="89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 smtClean="0"/>
              <a:t>Layout challenges</a:t>
            </a:r>
          </a:p>
          <a:p>
            <a:r>
              <a:rPr lang="en-US" sz="1800" dirty="0" smtClean="0"/>
              <a:t> Placement of buttons according to grid.</a:t>
            </a:r>
          </a:p>
          <a:p>
            <a:r>
              <a:rPr lang="en-US" sz="1800" dirty="0" smtClean="0"/>
              <a:t>Deciding the dimension so that buttons can fit in and look aesthetic.</a:t>
            </a:r>
          </a:p>
          <a:p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Defining function</a:t>
            </a:r>
          </a:p>
          <a:p>
            <a:r>
              <a:rPr lang="en-US" sz="1800" dirty="0" smtClean="0"/>
              <a:t>With beginner knowledge  faced many errors while working on functions.</a:t>
            </a:r>
          </a:p>
          <a:p>
            <a:r>
              <a:rPr lang="en-US" sz="1800" dirty="0" smtClean="0"/>
              <a:t>Including indention errors ,defining a variable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5720" y="357166"/>
            <a:ext cx="714219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Challenges Faced</a:t>
            </a:r>
            <a:endParaRPr lang="en-US" sz="32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7467600" cy="1203348"/>
          </a:xfrm>
        </p:spPr>
        <p:txBody>
          <a:bodyPr>
            <a:normAutofit fontScale="90000"/>
          </a:bodyPr>
          <a:lstStyle/>
          <a:p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       </a:t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/>
            </a:r>
            <a:b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r>
              <a:rPr lang="en-US" sz="40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      </a:t>
            </a:r>
            <a:r>
              <a:rPr lang="en-US" sz="27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Overcoming Challenges</a:t>
            </a:r>
            <a:br>
              <a:rPr lang="en-US" sz="2700" b="1" cap="none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</a:b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00174"/>
            <a:ext cx="7467600" cy="4973778"/>
          </a:xfrm>
        </p:spPr>
        <p:txBody>
          <a:bodyPr/>
          <a:lstStyle/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Following </a:t>
            </a:r>
            <a:r>
              <a:rPr lang="en-US" sz="1800" dirty="0" smtClean="0"/>
              <a:t>things helped in overcoming the challenges</a:t>
            </a:r>
          </a:p>
          <a:p>
            <a:r>
              <a:rPr lang="en-US" sz="1800" dirty="0" smtClean="0"/>
              <a:t>Watching  video tutorials.</a:t>
            </a:r>
          </a:p>
          <a:p>
            <a:r>
              <a:rPr lang="en-US" sz="1800" dirty="0" smtClean="0"/>
              <a:t>Researching online material.</a:t>
            </a:r>
          </a:p>
          <a:p>
            <a:r>
              <a:rPr lang="en-US" sz="1800" dirty="0" err="1" smtClean="0"/>
              <a:t>Nexthikes</a:t>
            </a:r>
            <a:r>
              <a:rPr lang="en-US" sz="1800" dirty="0" smtClean="0"/>
              <a:t> weekly meetings helped in understanding the project.</a:t>
            </a:r>
          </a:p>
          <a:p>
            <a:r>
              <a:rPr lang="en-US" sz="1800" dirty="0" smtClean="0"/>
              <a:t>Trying with different codes and accepting the best outcome.</a:t>
            </a:r>
          </a:p>
          <a:p>
            <a:pPr>
              <a:buNone/>
            </a:pPr>
            <a:endParaRPr lang="en-US" sz="18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  <a:p>
            <a:pPr>
              <a:buNone/>
            </a:pPr>
            <a:endParaRPr lang="en-US" sz="18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  <a:p>
            <a:pPr>
              <a:buNone/>
            </a:pPr>
            <a:endParaRPr lang="en-US" sz="1800" b="1" dirty="0" smtClean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                    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457200" y="1600200"/>
          <a:ext cx="74676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214942" y="428604"/>
            <a:ext cx="2071702" cy="680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071802" y="428604"/>
            <a:ext cx="1714512" cy="876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42910" y="428604"/>
            <a:ext cx="1571636" cy="947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85918" y="1571612"/>
            <a:ext cx="5143536" cy="235745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endParaRPr lang="en-US" sz="9600" dirty="0" smtClean="0"/>
          </a:p>
          <a:p>
            <a:pPr algn="ctr">
              <a:buNone/>
            </a:pPr>
            <a:endParaRPr lang="en-US" sz="9600" dirty="0"/>
          </a:p>
        </p:txBody>
      </p:sp>
      <p:sp>
        <p:nvSpPr>
          <p:cNvPr id="4" name="Rectangle 3"/>
          <p:cNvSpPr/>
          <p:nvPr/>
        </p:nvSpPr>
        <p:spPr>
          <a:xfrm>
            <a:off x="428596" y="6429396"/>
            <a:ext cx="7143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16090" y="1928802"/>
            <a:ext cx="571182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THANK</a:t>
            </a:r>
          </a:p>
          <a:p>
            <a:pPr algn="ctr"/>
            <a:r>
              <a:rPr lang="en-US" sz="54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YOU</a:t>
            </a:r>
            <a:endParaRPr lang="en-US" sz="54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4000504"/>
            <a:ext cx="25431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205</TotalTime>
  <Words>132</Words>
  <Application>Microsoft Office PowerPoint</Application>
  <PresentationFormat>On-screen Show (4:3)</PresentationFormat>
  <Paragraphs>54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Oriel</vt:lpstr>
      <vt:lpstr>Python  based  calculator  using  tkinter</vt:lpstr>
      <vt:lpstr>Slide 2</vt:lpstr>
      <vt:lpstr>Slide 3</vt:lpstr>
      <vt:lpstr>                       Overcoming Challenges </vt:lpstr>
      <vt:lpstr>                                                  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calculator using tkinter</dc:title>
  <dc:creator>DELL</dc:creator>
  <cp:lastModifiedBy>DELL</cp:lastModifiedBy>
  <cp:revision>27</cp:revision>
  <dcterms:created xsi:type="dcterms:W3CDTF">2025-02-11T09:13:09Z</dcterms:created>
  <dcterms:modified xsi:type="dcterms:W3CDTF">2025-02-12T10:33:34Z</dcterms:modified>
</cp:coreProperties>
</file>